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Nunito Semi Bold"/>
      <p:regular r:id="rId11"/>
    </p:embeddedFont>
    <p:embeddedFont>
      <p:font typeface="PT Sans" panose="020000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B707B-8332-8443-AED3-53CFDB8F7C94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8647C-C24A-654A-B4B2-22F492214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36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71735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Flavor Fusion: AI-Driven Recipe Blogging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484364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Discover Flavor Fusion, a web app using Google's Generative AI.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413658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unique recipe blogs effortlessly.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478881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 your topic and word count, and let AI generate detailed content.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544103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Enjoy a programmer joke while your recipe is crafted.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3523" y="628293"/>
            <a:ext cx="6340793" cy="669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Effortless Recipe Creation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83523" y="1639729"/>
            <a:ext cx="7549753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Flavor Fusion simplifies recipe blogging.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3523" y="2260283"/>
            <a:ext cx="7549753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more writer's block or tedious research.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3523" y="2880836"/>
            <a:ext cx="7549753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handles content generation, saving time and effort.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523" y="3501390"/>
            <a:ext cx="1138833" cy="13665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63947" y="3729157"/>
            <a:ext cx="2679740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Enter Topic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763947" y="4200644"/>
            <a:ext cx="6069330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Input your desired recipe topic.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523" y="4867989"/>
            <a:ext cx="1138833" cy="13665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63947" y="5095756"/>
            <a:ext cx="2679740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Set Word Count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7763947" y="5567243"/>
            <a:ext cx="6069330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Specify the desired length of your blog.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3523" y="6234589"/>
            <a:ext cx="1138833" cy="13665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63947" y="6462355"/>
            <a:ext cx="2679740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Generate Content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763947" y="6933843"/>
            <a:ext cx="6069330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creates detailed and engaging content.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145977"/>
            <a:ext cx="649104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Customized Recipe Blogs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20896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Tailor recipe blogs to specific tastes.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286119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adapts to diverse culinary themes and styles.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351341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From vegan delights to hearty classics, create it all.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37724" y="4434840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602" y="4535091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615559" y="44348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Diverse Themes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615559" y="4930378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Explore various culinary themes.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4691658" y="4434840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59536" y="4535091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5469493" y="44348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Adaptable Styles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69493" y="4930378"/>
            <a:ext cx="28367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Customize blog writing to fit your preference.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837724" y="6204942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602" y="6305193"/>
            <a:ext cx="202763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4"/>
          <p:cNvSpPr/>
          <p:nvPr/>
        </p:nvSpPr>
        <p:spPr>
          <a:xfrm>
            <a:off x="1615559" y="62049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Vegan to Classic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15559" y="6700480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Cater to a range of dietary preferences.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2965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AI-Powered Content Generation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796659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Leverage the power of Google's Generative AI.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344888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Experience cutting-edge technology in recipe creation.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410110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Get high-quality, original content every time.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4753332"/>
            <a:ext cx="562451" cy="5624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7724" y="5555099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 Assistance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7724" y="6050637"/>
            <a:ext cx="225016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Let the AI generate new ideas for you.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6859" y="4753332"/>
            <a:ext cx="562451" cy="5624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46859" y="5555099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Culinary Tech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3446859" y="6050637"/>
            <a:ext cx="225016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New ways to be creative in the kitchen.</a:t>
            </a:r>
            <a:endParaRPr lang="en-US" sz="1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995" y="4753332"/>
            <a:ext cx="562570" cy="5625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55995" y="5555218"/>
            <a:ext cx="22502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High Quality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055995" y="6050756"/>
            <a:ext cx="225028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Get the most innovative new content.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3058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 Dash of Humor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01335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Enjoy a programmer joke while you wait.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66557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fun way to lighten up the content creation process.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31780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Because every good recipe needs a little levity.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2093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Programming Humor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7724" y="580060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Enjoy a coding joke.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52093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Lighten the Mood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14761" y="5800606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some fun to recipe writing.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082397"/>
            <a:ext cx="576298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Engage Your Audience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14538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content that resonates with food lovers.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279761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Attract readers with detailed, engaging recipes.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3449836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a loyal following with Flavor Fusion's help.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324124" y="4102060"/>
            <a:ext cx="3614618" cy="1402913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6299" y="43642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Resonate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6299" y="4859774"/>
            <a:ext cx="30902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Craft targeted content.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0178058" y="4102060"/>
            <a:ext cx="3614618" cy="1402913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40233" y="43642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Attract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40233" y="4859774"/>
            <a:ext cx="30902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Draw in more readers.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6324124" y="5744289"/>
            <a:ext cx="7468553" cy="1402913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6299" y="60064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Build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86299" y="6502003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Foster audience loyalty.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902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291" y="2673191"/>
            <a:ext cx="5714286" cy="515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05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Future of Recipe Blogging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13291" y="3451265"/>
            <a:ext cx="1340381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Flavor Fusion is transforming content creation.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13291" y="3928705"/>
            <a:ext cx="1340381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Embrace the power of AI in the culinary world.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3291" y="4406146"/>
            <a:ext cx="13403818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Stay ahead of the curve with innovative technology.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13291" y="6315075"/>
            <a:ext cx="13403818" cy="22860"/>
          </a:xfrm>
          <a:prstGeom prst="roundRect">
            <a:avLst>
              <a:gd name="adj" fmla="val 1149784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908822" y="5701844"/>
            <a:ext cx="22860" cy="613291"/>
          </a:xfrm>
          <a:prstGeom prst="roundRect">
            <a:avLst>
              <a:gd name="adj" fmla="val 1149784"/>
            </a:avLst>
          </a:prstGeom>
          <a:solidFill>
            <a:srgbClr val="F2B42D"/>
          </a:solidFill>
          <a:ln/>
        </p:spPr>
      </p:sp>
      <p:sp>
        <p:nvSpPr>
          <p:cNvPr id="9" name="Shape 6"/>
          <p:cNvSpPr/>
          <p:nvPr/>
        </p:nvSpPr>
        <p:spPr>
          <a:xfrm>
            <a:off x="3723203" y="6117967"/>
            <a:ext cx="394216" cy="394216"/>
          </a:xfrm>
          <a:prstGeom prst="roundRect">
            <a:avLst>
              <a:gd name="adj" fmla="val 66674"/>
            </a:avLst>
          </a:prstGeom>
          <a:solidFill>
            <a:srgbClr val="00002E"/>
          </a:solidFill>
          <a:ln w="15240">
            <a:solidFill>
              <a:srgbClr val="F2B4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6076" y="6191310"/>
            <a:ext cx="148471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889647" y="4883587"/>
            <a:ext cx="206144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8432" y="5246251"/>
            <a:ext cx="626399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New AI recipe writing tools.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03532" y="6315015"/>
            <a:ext cx="22860" cy="613291"/>
          </a:xfrm>
          <a:prstGeom prst="roundRect">
            <a:avLst>
              <a:gd name="adj" fmla="val 1149784"/>
            </a:avLst>
          </a:prstGeom>
          <a:solidFill>
            <a:srgbClr val="D7425E"/>
          </a:solidFill>
          <a:ln/>
        </p:spPr>
      </p:sp>
      <p:sp>
        <p:nvSpPr>
          <p:cNvPr id="14" name="Shape 11"/>
          <p:cNvSpPr/>
          <p:nvPr/>
        </p:nvSpPr>
        <p:spPr>
          <a:xfrm>
            <a:off x="7117913" y="6117967"/>
            <a:ext cx="394216" cy="394216"/>
          </a:xfrm>
          <a:prstGeom prst="roundRect">
            <a:avLst>
              <a:gd name="adj" fmla="val 66674"/>
            </a:avLst>
          </a:prstGeom>
          <a:solidFill>
            <a:srgbClr val="00002E"/>
          </a:solidFill>
          <a:ln w="15240">
            <a:solidFill>
              <a:srgbClr val="D742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0786" y="6191310"/>
            <a:ext cx="148471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284357" y="7103507"/>
            <a:ext cx="206144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83142" y="7466171"/>
            <a:ext cx="6263997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Changing food blogging.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0698361" y="5701844"/>
            <a:ext cx="22860" cy="613291"/>
          </a:xfrm>
          <a:prstGeom prst="roundRect">
            <a:avLst>
              <a:gd name="adj" fmla="val 1149784"/>
            </a:avLst>
          </a:prstGeom>
          <a:solidFill>
            <a:srgbClr val="DD785E"/>
          </a:solidFill>
          <a:ln/>
        </p:spPr>
      </p:sp>
      <p:sp>
        <p:nvSpPr>
          <p:cNvPr id="19" name="Shape 16"/>
          <p:cNvSpPr/>
          <p:nvPr/>
        </p:nvSpPr>
        <p:spPr>
          <a:xfrm>
            <a:off x="10512743" y="6117967"/>
            <a:ext cx="394216" cy="394216"/>
          </a:xfrm>
          <a:prstGeom prst="roundRect">
            <a:avLst>
              <a:gd name="adj" fmla="val 66674"/>
            </a:avLst>
          </a:prstGeom>
          <a:solidFill>
            <a:srgbClr val="00002E"/>
          </a:solidFill>
          <a:ln w="15240">
            <a:solidFill>
              <a:srgbClr val="DD78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35615" y="6191310"/>
            <a:ext cx="148471" cy="247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9679186" y="4883587"/>
            <a:ext cx="2061448" cy="25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Future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77852" y="5246251"/>
            <a:ext cx="626411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More AI-powered content.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2739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1016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Flavor Fusion simplifies recipe blogging.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86238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generates customized content.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Engage audiences with high-quality recipes.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1668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humor to the writing process.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81906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Transform content creation with AI.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Pranathi A</cp:lastModifiedBy>
  <cp:revision>3</cp:revision>
  <dcterms:created xsi:type="dcterms:W3CDTF">2025-02-12T06:22:29Z</dcterms:created>
  <dcterms:modified xsi:type="dcterms:W3CDTF">2025-02-12T06:29:48Z</dcterms:modified>
</cp:coreProperties>
</file>